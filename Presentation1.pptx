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34"/>
    <p:restoredTop sz="94591"/>
  </p:normalViewPr>
  <p:slideViewPr>
    <p:cSldViewPr snapToGrid="0">
      <p:cViewPr varScale="1">
        <p:scale>
          <a:sx n="118" d="100"/>
          <a:sy n="118" d="100"/>
        </p:scale>
        <p:origin x="13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494CA-FCA6-AC22-F5A3-AD8DD26B3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D465FD-1809-9BFE-09F4-BD61E202A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A3E12-1BC2-58B2-B824-C4F9D493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0EAA1-7CAB-AC78-0CEC-1B87E7F17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78F7F-F74F-5A25-BC1F-C75EDFFC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14018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1821-BFBE-FE19-9099-8C828F86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470FC-C736-607B-C7A0-76701AD38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2B205-F254-3194-A55C-AB2328EA1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6FE54-6F8F-F783-CA7D-5C6A159A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26943-8D84-7F4F-AF8C-6E8FEDB4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87228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E273-A0F1-1F11-6B70-72437D77D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32204-22A3-C62B-C068-EEC52C756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465DC-68FD-E73B-D9E1-529359566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3916A-11A7-EA53-3619-2DBA5CF1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1BDB-BAAA-109C-F8F7-F49001DE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139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4EB2-84BB-B563-8658-55CCC972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3DA78-A071-ED09-31AB-EBE8899BE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B7052-F3B1-EDCB-65B3-FB0E2791A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2E375-0085-7AEA-D9AC-0E68BF345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55922-0448-FBF0-39C0-00864F55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17FE6-D77B-7682-AB68-C987F1EAF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1400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DF34-7E3C-527D-AA9A-24D4312C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1E717-22CA-8430-1D15-CCD8008DC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AA141-E2E4-25DE-5315-5E1AC62FE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DCE10-5BAD-C536-5A0B-4F138A9CD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E5F50-5841-E551-7559-15FB4B544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B0B7CA-589A-DB48-DEE9-7C1434F1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B09836-CA52-D9A5-7C69-F2869154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64737-1BBF-913B-749F-24E905DF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639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3337-144F-9A76-E506-FA4FCFB11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D4705-F063-19DD-1584-6E0F0174A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91E71-079C-BA78-18ED-4DA73958C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E649C-2510-A733-C2BA-7EFFB412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89755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5FD578-C5AA-8F62-589F-888329966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E4D50-9A9A-3AB0-7905-2D6285B03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DB573-706F-3881-3279-7DC58F923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2441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B433-4816-11A9-B149-D1E6CDA3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ACFBB-976A-710E-6CEB-9823C45CF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BEF76-EE9F-7971-1CBC-4DDB87A7F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420D1-527F-ACEC-62DF-3D6852FB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27607-0B83-1C5B-3C6E-FF90C911E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60B65-C24F-25E2-B32A-71891E06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80653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2CF7-F7E9-1581-3576-F1B98002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005FAA-4B7E-3844-4D8C-7A16E725C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70F75-29F1-488B-AA6F-7CC140C8A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9DAAE-AD83-30B2-F614-38390E9A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F2CD6-B58E-9B60-ABF7-A0D17CC1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7DCB5-E169-B1F8-3172-169CBF31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5505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5D76-015D-DE47-A79F-1A95049A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62A62-7AF0-AC66-9F66-5C6711E52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0C7C2-DCA4-3B9E-DC3A-97E1850D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4EC00-2B1B-BCC0-7D75-00B85A1D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6729B-4F11-F08E-F9B3-843143E30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3781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B6A33-8A17-2CE4-0999-0F0B24F53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44A5B-D645-677D-05EF-2B2DD53EE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91F05-D2AE-5678-7959-A9C93A2D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938DD-6BF7-DEB3-079E-14361ECF3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E2C6A-B806-E0EE-2153-E6E25DE6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754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16E1FB-0CFB-CE86-58E9-CC529D8E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2D6FB-8289-B5AF-E6D7-2C740E22F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E82AB-9075-D8D9-988D-AC1B90947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055DE-6259-C846-B74E-873CE8ED861A}" type="datetimeFigureOut">
              <a:rPr lang="en-KR" smtClean="0"/>
              <a:t>5/15/26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8957F-318F-D737-44E9-A036FFBA51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29C79-2745-4B77-A4BC-B8A776EF8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57064-1F77-164E-98A9-3CAB3604872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84509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2FE84660-E713-4B1B-240A-5CCE6759F233}"/>
              </a:ext>
            </a:extLst>
          </p:cNvPr>
          <p:cNvGrpSpPr/>
          <p:nvPr/>
        </p:nvGrpSpPr>
        <p:grpSpPr>
          <a:xfrm>
            <a:off x="166764" y="470648"/>
            <a:ext cx="11885546" cy="5916704"/>
            <a:chOff x="166764" y="470648"/>
            <a:chExt cx="11885546" cy="5916704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F559CDD-C3D6-9CD7-E449-25FBBA514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764" y="484093"/>
              <a:ext cx="11885546" cy="5903259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184962D-2539-4744-462B-C81A5CC314D6}"/>
                </a:ext>
              </a:extLst>
            </p:cNvPr>
            <p:cNvGrpSpPr/>
            <p:nvPr/>
          </p:nvGrpSpPr>
          <p:grpSpPr>
            <a:xfrm>
              <a:off x="166764" y="470648"/>
              <a:ext cx="8708295" cy="699375"/>
              <a:chOff x="166764" y="470648"/>
              <a:chExt cx="8708295" cy="699375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B7B2602A-CC99-28B8-564C-AD44A79D16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V="1">
                <a:off x="166764" y="484092"/>
                <a:ext cx="8708295" cy="685931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35EFDA5-B256-E577-65FE-EC2457BE8921}"/>
                  </a:ext>
                </a:extLst>
              </p:cNvPr>
              <p:cNvSpPr txBox="1"/>
              <p:nvPr/>
            </p:nvSpPr>
            <p:spPr>
              <a:xfrm>
                <a:off x="5205963" y="470648"/>
                <a:ext cx="201529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QMedic</a:t>
                </a:r>
                <a:endParaRPr lang="en-KR" sz="3600" b="1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097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9CBDD-2341-26FC-1F2D-76E4D723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6C2C2D1-4116-B5B1-06A9-DCDF931B15A2}"/>
              </a:ext>
            </a:extLst>
          </p:cNvPr>
          <p:cNvGrpSpPr/>
          <p:nvPr/>
        </p:nvGrpSpPr>
        <p:grpSpPr>
          <a:xfrm>
            <a:off x="79974" y="233978"/>
            <a:ext cx="11936924" cy="6274398"/>
            <a:chOff x="79974" y="233978"/>
            <a:chExt cx="11936924" cy="627439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C5141F-AC61-02C3-6873-DE51D2C124F6}"/>
                </a:ext>
              </a:extLst>
            </p:cNvPr>
            <p:cNvSpPr txBox="1"/>
            <p:nvPr/>
          </p:nvSpPr>
          <p:spPr>
            <a:xfrm>
              <a:off x="3259567" y="1990165"/>
              <a:ext cx="3094117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6600" dirty="0">
                  <a:latin typeface="Cochocib Script Latin Pro" panose="02000503000000020003" pitchFamily="2" charset="77"/>
                </a:rPr>
                <a:t>Son Youngje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B133E80-CE48-AE59-A1C9-46B93F411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74" y="298526"/>
              <a:ext cx="11936924" cy="620985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CC9F88D-AA8F-F8CC-91BF-B26FF3E19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102" y="316350"/>
              <a:ext cx="10033906" cy="458201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855FA52-EF4A-92B0-93BA-F21AD0084A20}"/>
                </a:ext>
              </a:extLst>
            </p:cNvPr>
            <p:cNvSpPr txBox="1"/>
            <p:nvPr/>
          </p:nvSpPr>
          <p:spPr>
            <a:xfrm>
              <a:off x="5606685" y="233978"/>
              <a:ext cx="2085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QTAU</a:t>
              </a:r>
              <a:endParaRPr lang="en-KR" sz="3600" b="1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9428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FC6A-EDCE-D8F5-657F-7F683C4A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045865C-31C3-54B2-817E-7D7983B7B2D4}"/>
              </a:ext>
            </a:extLst>
          </p:cNvPr>
          <p:cNvGrpSpPr/>
          <p:nvPr/>
        </p:nvGrpSpPr>
        <p:grpSpPr>
          <a:xfrm>
            <a:off x="1627093" y="527125"/>
            <a:ext cx="8189259" cy="3130475"/>
            <a:chOff x="1627093" y="527125"/>
            <a:chExt cx="8189259" cy="313047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6E01981-D9C0-6FAD-DEA8-62B711CEB415}"/>
                </a:ext>
              </a:extLst>
            </p:cNvPr>
            <p:cNvSpPr/>
            <p:nvPr/>
          </p:nvSpPr>
          <p:spPr>
            <a:xfrm>
              <a:off x="1627093" y="527125"/>
              <a:ext cx="8189259" cy="313047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071D6D-06E8-C097-BE97-9DC01EDF2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9141" y="699820"/>
              <a:ext cx="7772400" cy="27291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533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D626F-5849-DFF3-C06E-9276339EC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C78A3C-E326-17BD-6A24-D94A35F0C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43028"/>
            <a:ext cx="7772400" cy="357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32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6EF0-0729-929C-88B2-2852B4376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A1981C-CD6A-FEA0-2DC3-BC04B72A9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03423"/>
            <a:ext cx="7772400" cy="445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10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1E139-CD06-6F00-3F47-F40F68301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7C6C17-D806-ED15-E4D2-A021F8181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86730"/>
            <a:ext cx="7772400" cy="408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5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5EDA8-14C4-DBF3-38C5-2BD0360BB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E9352E-FC77-EF4C-C622-5CA336E11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56182"/>
            <a:ext cx="7772400" cy="434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22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0F99-C6D5-A401-9BC1-9E7EC02C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EF6A091-53F0-DEF8-D853-D9C92E1B7E44}"/>
              </a:ext>
            </a:extLst>
          </p:cNvPr>
          <p:cNvSpPr txBox="1"/>
          <p:nvPr/>
        </p:nvSpPr>
        <p:spPr>
          <a:xfrm>
            <a:off x="3259567" y="1990165"/>
            <a:ext cx="309411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6600" dirty="0">
                <a:latin typeface="Cochocib Script Latin Pro" panose="02000503000000020003" pitchFamily="2" charset="77"/>
              </a:rPr>
              <a:t>Son Youngje</a:t>
            </a:r>
          </a:p>
        </p:txBody>
      </p:sp>
    </p:spTree>
    <p:extLst>
      <p:ext uri="{BB962C8B-B14F-4D97-AF65-F5344CB8AC3E}">
        <p14:creationId xmlns:p14="http://schemas.microsoft.com/office/powerpoint/2010/main" val="100185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2227</TotalTime>
  <Words>6</Words>
  <Application>Microsoft Macintosh PowerPoint</Application>
  <PresentationFormat>Widescreen</PresentationFormat>
  <Paragraphs>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Cochocib Script Latin Pro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Son</dc:creator>
  <cp:lastModifiedBy>Lucas Son</cp:lastModifiedBy>
  <cp:revision>1</cp:revision>
  <dcterms:created xsi:type="dcterms:W3CDTF">2026-05-15T02:03:46Z</dcterms:created>
  <dcterms:modified xsi:type="dcterms:W3CDTF">2026-05-16T15:10:55Z</dcterms:modified>
</cp:coreProperties>
</file>